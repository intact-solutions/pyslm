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49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dilya Kambamapti" initials="SK" lastIdx="1" clrIdx="0">
    <p:extLst>
      <p:ext uri="{19B8F6BF-5375-455C-9EA6-DF929625EA0E}">
        <p15:presenceInfo xmlns:p15="http://schemas.microsoft.com/office/powerpoint/2012/main" userId="25a8a9f86e9b5f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E0E"/>
    <a:srgbClr val="932503"/>
    <a:srgbClr val="FFA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C79AFE-9121-4990-9081-A62A17BE8B85}" v="1" dt="2025-12-19T15:29:25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39" autoAdjust="0"/>
    <p:restoredTop sz="95829" autoAdjust="0"/>
  </p:normalViewPr>
  <p:slideViewPr>
    <p:cSldViewPr snapToGrid="0">
      <p:cViewPr varScale="1">
        <p:scale>
          <a:sx n="111" d="100"/>
          <a:sy n="111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commentAuthors" Target="commentAuthors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ilya Kambamapti" userId="25a8a9f86e9b5fa2" providerId="LiveId" clId="{2681FA6C-40D0-4D94-B9DE-18A8C9C0E625}"/>
    <pc:docChg chg="custSel delSld modSld">
      <pc:chgData name="Sandilya Kambamapti" userId="25a8a9f86e9b5fa2" providerId="LiveId" clId="{2681FA6C-40D0-4D94-B9DE-18A8C9C0E625}" dt="2025-12-19T15:29:49.087" v="24" actId="20577"/>
      <pc:docMkLst>
        <pc:docMk/>
      </pc:docMkLst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912372408" sldId="1480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890840523" sldId="1481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1398710385" sldId="1483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2511227592" sldId="1485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1949121470" sldId="1488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3295283450" sldId="1489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3545979709" sldId="1490"/>
        </pc:sldMkLst>
      </pc:sldChg>
      <pc:sldChg chg="del">
        <pc:chgData name="Sandilya Kambamapti" userId="25a8a9f86e9b5fa2" providerId="LiveId" clId="{2681FA6C-40D0-4D94-B9DE-18A8C9C0E625}" dt="2025-12-19T15:26:54.908" v="0" actId="47"/>
        <pc:sldMkLst>
          <pc:docMk/>
          <pc:sldMk cId="3699483950" sldId="1491"/>
        </pc:sldMkLst>
      </pc:sldChg>
      <pc:sldChg chg="addSp delSp modSp mod">
        <pc:chgData name="Sandilya Kambamapti" userId="25a8a9f86e9b5fa2" providerId="LiveId" clId="{2681FA6C-40D0-4D94-B9DE-18A8C9C0E625}" dt="2025-12-19T15:29:49.087" v="24" actId="20577"/>
        <pc:sldMkLst>
          <pc:docMk/>
          <pc:sldMk cId="3784200380" sldId="1492"/>
        </pc:sldMkLst>
        <pc:spChg chg="del">
          <ac:chgData name="Sandilya Kambamapti" userId="25a8a9f86e9b5fa2" providerId="LiveId" clId="{2681FA6C-40D0-4D94-B9DE-18A8C9C0E625}" dt="2025-12-19T15:26:58.755" v="1" actId="478"/>
          <ac:spMkLst>
            <pc:docMk/>
            <pc:sldMk cId="3784200380" sldId="1492"/>
            <ac:spMk id="2" creationId="{BFBB466E-8E1E-8247-3F95-4CC6681D9DD2}"/>
          </ac:spMkLst>
        </pc:spChg>
        <pc:spChg chg="add mod">
          <ac:chgData name="Sandilya Kambamapti" userId="25a8a9f86e9b5fa2" providerId="LiveId" clId="{2681FA6C-40D0-4D94-B9DE-18A8C9C0E625}" dt="2025-12-19T15:29:29.525" v="12" actId="20577"/>
          <ac:spMkLst>
            <pc:docMk/>
            <pc:sldMk cId="3784200380" sldId="1492"/>
            <ac:spMk id="2" creationId="{EE91B162-76CE-D17C-3B57-13B7CA22497B}"/>
          </ac:spMkLst>
        </pc:spChg>
        <pc:spChg chg="mod">
          <ac:chgData name="Sandilya Kambamapti" userId="25a8a9f86e9b5fa2" providerId="LiveId" clId="{2681FA6C-40D0-4D94-B9DE-18A8C9C0E625}" dt="2025-12-19T15:29:46.145" v="16" actId="20577"/>
          <ac:spMkLst>
            <pc:docMk/>
            <pc:sldMk cId="3784200380" sldId="1492"/>
            <ac:spMk id="10" creationId="{3846558B-811A-5B33-38E9-853A5A032F62}"/>
          </ac:spMkLst>
        </pc:spChg>
        <pc:spChg chg="mod">
          <ac:chgData name="Sandilya Kambamapti" userId="25a8a9f86e9b5fa2" providerId="LiveId" clId="{2681FA6C-40D0-4D94-B9DE-18A8C9C0E625}" dt="2025-12-19T15:29:49.087" v="24" actId="20577"/>
          <ac:spMkLst>
            <pc:docMk/>
            <pc:sldMk cId="3784200380" sldId="1492"/>
            <ac:spMk id="11" creationId="{92D48ACC-7DD6-BE4A-2F47-60F406C8C1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C9742-A55E-48F9-9D94-AB818F0C053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E2DDC-30C9-4FDC-A579-F2AB8EBCA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9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1429-6A5A-8322-64E9-698E82C86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1B08D-91E4-E4CD-1C78-4246C223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59A1-5094-DA6A-F193-3EAECED9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7EB2-A1EF-4015-9F78-DD096203F611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D8F0E-F6BB-B618-A517-F11DA6AC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4466F-A56A-4A96-45AD-F7DC933D9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6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9569-28DF-D0D2-778D-DDBF39D6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0103-4CDB-024F-269E-A05D9DFDE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DCF11-D5A5-EB8B-6FA4-584BD11B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95B8A-5591-4323-B170-41CCEAE39B32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18D14-EDBB-6384-50FB-E9981D2B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38377"/>
            <a:ext cx="4114800" cy="365125"/>
          </a:xfrm>
        </p:spPr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0922A-C730-6D65-1576-20752FC7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6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03BB-4115-4F46-03F0-AE424C892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E4025-58E1-DA37-B819-AA78EF1F8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6FAD0-79B5-EFAC-667C-022956AA6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0D874-1836-4025-92F9-99665347B4F4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CE68C-C9FE-D32F-8E4C-BFA704411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B7597-986A-C97A-E9EE-8AD8A1AB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302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575D-010D-D002-364C-9D4BB86A5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BFD5-BBDF-8CC2-E04E-2E8B91572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62A6C-8497-A142-1991-39F88349C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57352-ED44-CCBD-A8B2-31A5B7EA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1114-8C4C-4E75-A58D-BB9FC626CBB5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4EAB8-0E93-FF73-155A-756526F4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DA279-FED2-2B36-3403-725E34DF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92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F566-7892-2C9A-F065-3D900BFD2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BCC9-778E-98D4-31CA-035BA0849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0BF98-F125-F3FD-A876-CBAB743D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B9FBFE-53ED-F8CB-6BBB-DB9A9FC59C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A23BD-731A-D9A0-5EBC-75013B6A6C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659E0-D394-DD75-0AB0-3AEF947C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D6115-9699-4FB7-8E3D-761F384CE2F8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067E53-0F60-98AE-A6D7-A3FE5CB5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FF034-0B35-344B-2D97-185E7A0A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2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DFB3-BC52-ACED-DCEF-C125252C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7D037-7D50-C7E8-790C-779E29E74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2B034-303C-4839-AB66-C8930491F5B1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E2EDC-8639-61E7-E8E3-19C18275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78176-3793-713E-D046-986F2D60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7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CA426C-23B1-8C42-0248-E1A4A73C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2E202-C60F-4E44-935E-55BD69B50720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683610-0D7C-5D13-AFD4-D0405354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0254E-F744-304B-03AA-3C4732A5C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9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73C5-6E47-C4BA-A232-3F9CAEAC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315B6-EB4E-3F4B-47A4-9FA4B624F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F8442-64FB-1E19-546C-952EC26B6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581BB-0BDC-D071-636B-B7674D0F8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D0C5A-C936-4B01-8860-005BD6252721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FFC16-8696-CBA4-CC71-D1F6AEC8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C83CF-19DE-C17C-C81A-F7C2C2B8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51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D579-A632-78F1-C61E-99CFE0C2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88EC4-3F18-6544-C28E-ADE0F9D2F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BAE63-4E56-9AB7-A087-478ED9B24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39804-FE60-A398-9840-F3A0690D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FC09-54BC-471F-A708-A93F9A6F187A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2A231-4F79-3628-B20B-21F60269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7D424-A8E6-BBCD-BAA3-16BF5D9B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57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88302-464C-5944-1EE4-BE57DFBA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6A161-D749-0DCB-9351-7A805A6AB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D60B-EB9F-62B9-83DA-1807376D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3B285-C2F5-49EF-8C4A-8DC033794AF6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0154A-ADE9-DA5F-7A29-1D4B298C2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2BB71-1391-9623-09B7-90C3A6FF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98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E9F3E-E994-C8C4-35CD-E584A87C5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5CBD8-6DAE-0BC1-CAF2-48AF013B7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84344-C2AE-AB8E-3694-4AA4A891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04B94-5B0E-44B8-9BF7-6C5760817858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5CE67-646E-B174-D294-8EF7968E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3485-305D-ECDB-DA33-D7D140E9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02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4A9459-7C9A-0A3C-C0ED-77CE784B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6CAD8-B7E0-C886-BE09-3E85C1541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3E275-40B5-96F3-844B-1109A2DEF6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265E0-EF88-4919-B0FE-4E659FD73F2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E2FFF-7637-A63A-3914-D6001B9FD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B3066-9197-8F48-9239-45EB68C15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930CA-A6CF-F44E-8FED-A409FB7A738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F517653-B17A-B04C-9052-D373F902AA0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26310" y="32629"/>
            <a:ext cx="1402080" cy="5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0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97BB87-6244-1725-D08D-016445904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1B9F1-95D6-4B5E-C02C-BD62F1C9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930CA-A6CF-F44E-8FED-A409FB7A738B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F5B44-EB60-27F8-6AF5-7162732E8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694" y="4112776"/>
            <a:ext cx="1970100" cy="1804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35DD7-8110-E55C-F973-1FE2C95A6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58" y="4123361"/>
            <a:ext cx="2094156" cy="18048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58BE35-D017-8C82-44B1-8926D69B17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4331" y="2128482"/>
            <a:ext cx="1972331" cy="1806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37772-DF91-D8B9-96E9-B4275DA20B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35665" y="2115987"/>
            <a:ext cx="2294375" cy="18339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46558B-811A-5B33-38E9-853A5A032F62}"/>
              </a:ext>
            </a:extLst>
          </p:cNvPr>
          <p:cNvSpPr txBox="1"/>
          <p:nvPr/>
        </p:nvSpPr>
        <p:spPr>
          <a:xfrm>
            <a:off x="443632" y="5523167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D48ACC-7DD6-BE4A-2F47-60F406C8C191}"/>
              </a:ext>
            </a:extLst>
          </p:cNvPr>
          <p:cNvSpPr txBox="1"/>
          <p:nvPr/>
        </p:nvSpPr>
        <p:spPr>
          <a:xfrm>
            <a:off x="2582983" y="5546333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Boundary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702C71-9DCB-4EBE-9A0F-5102E5FDC866}"/>
              </a:ext>
            </a:extLst>
          </p:cNvPr>
          <p:cNvSpPr txBox="1"/>
          <p:nvPr/>
        </p:nvSpPr>
        <p:spPr>
          <a:xfrm>
            <a:off x="225909" y="3593061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High-sensi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BD253B-E033-8ABA-F433-AB760BBE9D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413205" y="2128482"/>
            <a:ext cx="2147987" cy="18064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37B7FFB-CB02-62AF-F78C-7F697F798D5B}"/>
              </a:ext>
            </a:extLst>
          </p:cNvPr>
          <p:cNvSpPr txBox="1"/>
          <p:nvPr/>
        </p:nvSpPr>
        <p:spPr>
          <a:xfrm>
            <a:off x="2411692" y="3593061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Med-sensi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06C05-31A8-B752-E119-6DD7E8050C34}"/>
              </a:ext>
            </a:extLst>
          </p:cNvPr>
          <p:cNvSpPr txBox="1"/>
          <p:nvPr/>
        </p:nvSpPr>
        <p:spPr>
          <a:xfrm>
            <a:off x="4635665" y="3565585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Low-sensi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C3409-B6CB-69DD-D9D7-AFD1462ABEA5}"/>
              </a:ext>
            </a:extLst>
          </p:cNvPr>
          <p:cNvSpPr txBox="1"/>
          <p:nvPr/>
        </p:nvSpPr>
        <p:spPr>
          <a:xfrm>
            <a:off x="258458" y="2101006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2DC7D-99F4-D4CB-BBE2-3B1013AB032E}"/>
              </a:ext>
            </a:extLst>
          </p:cNvPr>
          <p:cNvSpPr txBox="1"/>
          <p:nvPr/>
        </p:nvSpPr>
        <p:spPr>
          <a:xfrm>
            <a:off x="3782054" y="2115987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440F01-E6C3-FE6C-7969-A96CB1C006C8}"/>
              </a:ext>
            </a:extLst>
          </p:cNvPr>
          <p:cNvSpPr txBox="1"/>
          <p:nvPr/>
        </p:nvSpPr>
        <p:spPr>
          <a:xfrm>
            <a:off x="6100712" y="2145158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602F15-7DB9-6D2F-2A37-287C69BFDCC4}"/>
              </a:ext>
            </a:extLst>
          </p:cNvPr>
          <p:cNvSpPr txBox="1"/>
          <p:nvPr/>
        </p:nvSpPr>
        <p:spPr>
          <a:xfrm>
            <a:off x="3697765" y="4023050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E44B94-19E9-1F7C-E36D-D0B1223E22A1}"/>
              </a:ext>
            </a:extLst>
          </p:cNvPr>
          <p:cNvSpPr txBox="1"/>
          <p:nvPr/>
        </p:nvSpPr>
        <p:spPr>
          <a:xfrm>
            <a:off x="1550765" y="4095883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4</a:t>
            </a:r>
          </a:p>
        </p:txBody>
      </p:sp>
      <p:pic>
        <p:nvPicPr>
          <p:cNvPr id="24" name="Picture 23" descr="A group of white rings&#10;&#10;AI-generated content may be incorrect.">
            <a:extLst>
              <a:ext uri="{FF2B5EF4-FFF2-40B4-BE49-F238E27FC236}">
                <a16:creationId xmlns:a16="http://schemas.microsoft.com/office/drawing/2014/main" id="{BA2CEC93-188A-349F-D8FF-1B4792407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4874" y="4095883"/>
            <a:ext cx="2315670" cy="18501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CD59405-7466-6BAB-BCA1-B639ED95CE41}"/>
              </a:ext>
            </a:extLst>
          </p:cNvPr>
          <p:cNvSpPr txBox="1"/>
          <p:nvPr/>
        </p:nvSpPr>
        <p:spPr>
          <a:xfrm>
            <a:off x="4716393" y="4023050"/>
            <a:ext cx="99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Zone 6</a:t>
            </a:r>
          </a:p>
        </p:txBody>
      </p:sp>
      <p:graphicFrame>
        <p:nvGraphicFramePr>
          <p:cNvPr id="26" name="Content Placeholder 6">
            <a:extLst>
              <a:ext uri="{FF2B5EF4-FFF2-40B4-BE49-F238E27FC236}">
                <a16:creationId xmlns:a16="http://schemas.microsoft.com/office/drawing/2014/main" id="{A0567D26-A36F-C008-9F87-E3B254AFB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277240"/>
              </p:ext>
            </p:extLst>
          </p:nvPr>
        </p:nvGraphicFramePr>
        <p:xfrm>
          <a:off x="7152479" y="2246840"/>
          <a:ext cx="2208362" cy="343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676">
                  <a:extLst>
                    <a:ext uri="{9D8B030D-6E8A-4147-A177-3AD203B41FA5}">
                      <a16:colId xmlns:a16="http://schemas.microsoft.com/office/drawing/2014/main" val="1705442790"/>
                    </a:ext>
                  </a:extLst>
                </a:gridCol>
                <a:gridCol w="1138686">
                  <a:extLst>
                    <a:ext uri="{9D8B030D-6E8A-4147-A177-3AD203B41FA5}">
                      <a16:colId xmlns:a16="http://schemas.microsoft.com/office/drawing/2014/main" val="7201236"/>
                    </a:ext>
                  </a:extLst>
                </a:gridCol>
              </a:tblGrid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Laser speed (m/s)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79577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302190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2680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170833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8847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339818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30434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45B3BB02-34A9-9F3B-DA93-F932E9911812}"/>
              </a:ext>
            </a:extLst>
          </p:cNvPr>
          <p:cNvSpPr txBox="1"/>
          <p:nvPr/>
        </p:nvSpPr>
        <p:spPr>
          <a:xfrm>
            <a:off x="7859845" y="1810040"/>
            <a:ext cx="79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</a:t>
            </a:r>
          </a:p>
        </p:txBody>
      </p:sp>
      <p:graphicFrame>
        <p:nvGraphicFramePr>
          <p:cNvPr id="30" name="Content Placeholder 6">
            <a:extLst>
              <a:ext uri="{FF2B5EF4-FFF2-40B4-BE49-F238E27FC236}">
                <a16:creationId xmlns:a16="http://schemas.microsoft.com/office/drawing/2014/main" id="{C8A00C1E-B4E8-863E-45DD-E5474F5700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1457730"/>
              </p:ext>
            </p:extLst>
          </p:nvPr>
        </p:nvGraphicFramePr>
        <p:xfrm>
          <a:off x="9615155" y="2246840"/>
          <a:ext cx="2208362" cy="3431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676">
                  <a:extLst>
                    <a:ext uri="{9D8B030D-6E8A-4147-A177-3AD203B41FA5}">
                      <a16:colId xmlns:a16="http://schemas.microsoft.com/office/drawing/2014/main" val="1705442790"/>
                    </a:ext>
                  </a:extLst>
                </a:gridCol>
                <a:gridCol w="1138686">
                  <a:extLst>
                    <a:ext uri="{9D8B030D-6E8A-4147-A177-3AD203B41FA5}">
                      <a16:colId xmlns:a16="http://schemas.microsoft.com/office/drawing/2014/main" val="7201236"/>
                    </a:ext>
                  </a:extLst>
                </a:gridCol>
              </a:tblGrid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Zone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Laser speed (mm/s)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79577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302190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2680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170833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8847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339818"/>
                  </a:ext>
                </a:extLst>
              </a:tr>
              <a:tr h="419451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304348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82D6A65D-F47B-7162-82BE-3D13A6E5129D}"/>
              </a:ext>
            </a:extLst>
          </p:cNvPr>
          <p:cNvSpPr txBox="1"/>
          <p:nvPr/>
        </p:nvSpPr>
        <p:spPr>
          <a:xfrm>
            <a:off x="10099673" y="1810040"/>
            <a:ext cx="123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Optimized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91B162-76CE-D17C-3B57-13B7CA22497B}"/>
              </a:ext>
            </a:extLst>
          </p:cNvPr>
          <p:cNvSpPr txBox="1"/>
          <p:nvPr/>
        </p:nvSpPr>
        <p:spPr>
          <a:xfrm>
            <a:off x="4713771" y="5573986"/>
            <a:ext cx="119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3784200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32889</TotalTime>
  <Words>62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Design with  Pre-qualified Additive Manufacturing</dc:title>
  <dc:creator>XINGCHEN LIU</dc:creator>
  <cp:lastModifiedBy>Sandilya Kambamapti</cp:lastModifiedBy>
  <cp:revision>377</cp:revision>
  <dcterms:created xsi:type="dcterms:W3CDTF">2024-08-02T16:49:24Z</dcterms:created>
  <dcterms:modified xsi:type="dcterms:W3CDTF">2025-12-19T15:29:49Z</dcterms:modified>
</cp:coreProperties>
</file>